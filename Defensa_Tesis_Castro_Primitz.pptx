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Automatización de Pruebas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y de Regresión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la mejora de la calidad del software en entornos cloud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37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Luciano Castro  &amp;  Matías Primitz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Tutora: Lic. Natalia Mira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 — Trabajo de Grado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y Contexto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manual insuficiente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cobertura de escenarios críticos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no detectados hasta producción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reproducibilidad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10058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005840"/>
            <a:ext cx="73152" cy="1645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e-commerce transaccionales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críticos: login, carrito, pago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 y actualización frecuente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directo en ventas y reputación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400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organizaciones limitadas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falta de automatización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8328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3832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defectos en producción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testing automatizado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2648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4-6x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1264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costo de corrección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vs. etapas tempranas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World Quality Report 2023, PractiTest, ISTQB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Técnico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 producción, regresiones funcionales, inestabilidad del sistema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Comercial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4632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ventas, abandono de carritos, baja tasa de conversión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743200"/>
            <a:ext cx="40233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Reputacional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confianza del usuario, daño de marca, crisis públicas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74320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Operativo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84632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lentas, sobrecarga de QA manual, dificultad de escalado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aplicar y validar una estrategia integral de testing automatizado funcional y de regresión en entornos cloud, conforme a ISO/IEC 25010.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impacto de la ausencia de pruebas automatizadas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atributos de calidad afectados (ISO 25010)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estrategia de automatización basada en riesgo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47472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prototipo funcional con Cypress + GitHub Actions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84048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efectividad mediante análisis comparativo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206240"/>
            <a:ext cx="25603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206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aplicabilidad y replicabilidad del modelo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 del producto software.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características: adecuación funcional, fiabilidad, eficiencia, usabilidad, seguridad, compatibilidad, mantenibilidad, portabilidad.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priorizados en este trabajo: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desempeño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Testing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98348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funcional: verifica requisitos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regresión: valida estabilidad tras cambios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E2E: simulan al usuario final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basado en riesgos (RBT): priorización por criticidad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repetibilidad, cobertura, trazabilidad, eficiencia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E2E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end-to-end en navegador real. Screenshots, videos y reportes automáticos. Interceptación de APIs y mocking.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00584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00584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290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en la nube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automática: build, deploy y test en cada push. Runners cloud, artefactos y trazabilidad.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100584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1005840"/>
            <a:ext cx="26517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179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calidad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20116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integrado. Issues actualizados automáticamente según resultados del pipeline.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|  JavaScript  |  Mochawesome  |  Cypress Cloud  |  GitHub Pages  |  Node.js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23774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2344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incorporación sistemática de pruebas automatizadas funcionales y de regresión, integradas en entornos cloud mediante Cypress y GitHub Actions, permite mejorar significativamente la calidad del software al: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defectos funcionales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regresiones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la confiabilidad de los despliegues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comparación de escenarios con y sin automatización sobre flujos críticos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62940" y="1097280"/>
            <a:ext cx="1188720" cy="9144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Commit/Push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51660" y="109728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988820" y="1097280"/>
            <a:ext cx="1188720" cy="9144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8882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77540" y="109728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314700" y="1097280"/>
            <a:ext cx="1188720" cy="9144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1470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CI/CD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03420" y="109728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640580" y="1097280"/>
            <a:ext cx="1188720" cy="91440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4058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29300" y="109728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966460" y="1097280"/>
            <a:ext cx="1188720" cy="914400"/>
          </a:xfrm>
          <a:prstGeom prst="rect">
            <a:avLst/>
          </a:prstGeom>
          <a:solidFill>
            <a:srgbClr val="FFD1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6646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155180" y="109728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292340" y="1097280"/>
            <a:ext cx="1188720" cy="914400"/>
          </a:xfrm>
          <a:prstGeom prst="rect">
            <a:avLst/>
          </a:prstGeom>
          <a:solidFill>
            <a:srgbClr val="EF476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29234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23774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2377440"/>
            <a:ext cx="73152" cy="2194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3152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en main dispara workflow YAML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Node.js + React (Vite)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 en GitHub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E2E contra URL desplegada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Artefactos: videos, screenshots, reportes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23774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377440"/>
            <a:ext cx="73152" cy="21945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cerrado de calidad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pasan → issue cerrado (Done)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fallan → etiqueta 'e2e-fail'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automático con reportes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commit → test → issue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sin tests OK no se libera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50292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05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1005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Problemática, marco teórico, estado del arte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1755648"/>
            <a:ext cx="50292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7556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7280" y="1755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17520" y="17556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solución, selección de herramientas, casos de prueba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50545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505456"/>
            <a:ext cx="50292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5054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97280" y="25054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17520" y="250545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con Cypress + GitHub Actions en entorno controlado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25526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255264"/>
            <a:ext cx="50292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2552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97280" y="32552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017520" y="32552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Ejecución, métricas, comparación manual vs. automatizado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4005072"/>
            <a:ext cx="50292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0050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97280" y="4005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017520" y="40050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Sistematización, recomendaciones, escalabilidad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Enfoque: proyectual, aplicativo, iterativo, empírico — basado en ISO/IEC 25010 y prácticas CI/CD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1920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bajo prueba (SUT)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simulado (React + Vite)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Login → Catálogo → Carrito → Checkout → Confirmación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de pago mock (aprobado / rechazado / error)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GitHub Pages (SPA)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05840"/>
            <a:ext cx="73152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pruebas E2E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TC-001: Login correcto / inválido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TC-002: Happy path de compra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TC-003: Pago rechazado → reintento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TC-004: Carrito: agregar, totales, vaciar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TC-005: Catálogo post-login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TC-006: Sesión expirada y recuperación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aplicadas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estables (data-cy) para evitar fragilidad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custom reutilizables (cy.login(), cy.addToCart())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Given/When/Then para diseño de casos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automáticos para flaky tests + mocking con cy.intercept()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Manual vs. Automatizado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8288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por ciclo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casos críticos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 (3/7)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(7/7)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 p.p.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Defectos detectados pre-deploy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(1/6)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(6/6)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 p.p.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Esfuerzo humano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(2 roles)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(revisión)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(&lt; 50%)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 p.p.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474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4572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tiempo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91840" y="3474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918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29184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flujos críticos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3474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12648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612648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reproducibilidad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frente a ISO/IEC 25010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completa de flujos críticos (login, compra, checkout) — 100% Pass Rate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reproducible en entornos cloud sin variaciones ni falsos positivos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834640"/>
            <a:ext cx="73152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desempeño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≈ 87% en tiempos de validación y esfuerzo operativo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versionados junto al código; actualización automática en pipeline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del Trabajo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académico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6459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documentado entre la norma ISO/IEC 25010 y su implementación práctica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completo, didáctico y replicable para futuras cátedras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concreta de cómo operacionalizar atributos de calidad abstractos en métricas y flujos reproducibles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73552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3552" y="1005840"/>
            <a:ext cx="26060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1"/>
          <p:cNvSpPr/>
          <p:nvPr/>
        </p:nvSpPr>
        <p:spPr>
          <a:xfrm>
            <a:off x="3456432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técnico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56432" y="16459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completo orientado a calidad (no solo despliegue)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E2E con Cypress vinculadas a GitHub Actions y Cypress Cloud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apertura/cierre de issues según resultado de tests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comparativa manual vs. automatizado con herramientas open source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0760" y="1005840"/>
            <a:ext cx="26060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profesional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16459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replicable, documentado y simple de adoptar por equipos de distinta madurez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Aplicable a múltiples industrias: e-commerce, fintech, SaaS, retail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profesionalizar prácticas de QA en PyMEs con herramientas gratuitas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&amp; Primitz — Ingeniería en Sistemas —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fue confirmada: la automatización mejora la calidad de forma medible y reproducible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lograron mejoras en todos los atributos ISO/IEC 25010 priorizados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replicable con herramientas de código abierto y gratuitas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pasa de ser un paso final a un proceso continuo y automatizado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8348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no funcionales: carga, estrés, seguridad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IA para generación dinámica de tests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monitoreo de calidad en tiempo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con SonarQube/CodeQL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multi-entorno (cloud + on-premise)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D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Estrategia de automatización de pruebas funcionales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D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de regresión para la mejora de la calidad 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D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software en entornos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Luciano Castro  &amp;  Matías Primitz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Tutora: Lic. Natalia Mira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de Tesis - Automatización de Pruebas</dc:title>
  <dc:subject>PptxGenJS Presentation</dc:subject>
  <dc:creator>Castro &amp; Primitz</dc:creator>
  <cp:lastModifiedBy>Castro &amp; Primitz</cp:lastModifiedBy>
  <cp:revision>1</cp:revision>
  <dcterms:created xsi:type="dcterms:W3CDTF">2026-03-14T00:15:35Z</dcterms:created>
  <dcterms:modified xsi:type="dcterms:W3CDTF">2026-03-14T00:15:35Z</dcterms:modified>
</cp:coreProperties>
</file>